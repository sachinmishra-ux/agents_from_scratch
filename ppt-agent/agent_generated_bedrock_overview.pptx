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AWS BEDROCK OVERVIEW</a:t>
            </a:r>
          </a:p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AWS BEDROCK &amp; AGENTCORE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Enterprise-Grade Foundation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AWS BEDROCK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Features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Access to multiple foundation models from leading AI providers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Fully managed service with no infrastructure to maintain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Enterprise-grade security and compliance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Pay-per-use pricing model for cost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'Key Features &amp; Capabilities' in context of AWS Bedrock and AgentCore Architecture. Focus on discussing design boundaries, performance metrics, and implementation steps during lecture.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AGENTCORE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Architectural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Modular agent framework built on AWS Bedrock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Seamless integration with enterprise systems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Real-time processing and intelligent decision-making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Scalable multi-agent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'Architectural Overview' in context of AWS Bedrock and AgentCore Architecture. Focus on discussing design boundaries, performance metrics, and implementation steps during lecture.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SUMMARY &amp; NEXT STEPS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Deploy agents in minutes with pre-built templates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Integrate with your existing AWS infrastructure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Monitor and optimize agent performance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Scale to handle enterprise workloads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4647895" cy="36576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Technical Workshop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Ready to proceed to labs. Review the sample code files and notebooks to test inference calls and build agent checkpoints.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