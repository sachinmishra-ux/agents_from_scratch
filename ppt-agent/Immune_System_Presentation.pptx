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INTRODUCTION</a:t>
            </a:r>
          </a:p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HUMAN IMMUNE SYSTEM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How Our Body Fights Diseases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What is the Immune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 complex network of organs, cells, and proteins that work together to protect your body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Defends against harmful invaders: bacteria, viruses, fungi, and parasites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Maintains internal balance and removes dead or damaged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Functions 24/7 to keep you healthy and disease-free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'What is the Immune System?'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Components of the Immune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White Blood Cells (Leukocytes): Primary defense soldiers fighting infections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Lymphatic System: Network of vessels and nodes filtering harmful substances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Organs: Bone marrow, thymus, spleen, lymph nodes, and tonsils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Proteins &amp; Chemicals: Antibodies, cytokines, and complement proteins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'Key Components of the Immune System'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SYSTEM ORGANS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Primary Immune Organs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Bone Marrow: Produces all white blood cells and red blood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Thymus Gland: Develops and matures T lymphocytes in children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Spleen: Filters blood, stores immune cells, and removes old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Lymph Nodes: Act as checkpoints throughout the body to trap pathogens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'Primary Immune Organs'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SYSTEM ORGANS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Secondary Immune Organs &amp;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Lymphatic Vessels: Transport lymph fluid containing immune cells throughout the body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Tonsils &amp; Adenoids: Guard the entrance to the respiratory and digestive systems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Peyer's Patches: Protect the small intestine from harmful microorganisms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Mucous Membranes: First line of defense in respiratory and digestive tracts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'Secondary Immune Organs &amp; Structures'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INNATE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Innate Immunity: Your First Line of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Immediate response: Acts within minutes to hours of pathogen exposure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Non-specific: Works against all types of invaders without prior exposure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Physical Barriers: Skin, mucous, and stomach acid prevent entry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Cellular Response: Macrophages and neutrophils engulf and destroy pathogens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'Innate Immunity: Your First Line of Defense'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ADAPTIVE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Adaptive Immunity: Specialized Defense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Targeted Response: Develops specific defenses against particular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Memory Function: Remembers past infections for faster future responses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Slower Activation: Takes days to develop but extremely effective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Two Main Types: Humoral (antibodies) and Cell-mediated (T cells) immunity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'Adaptive Immunity: Specialized Defense System'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LYMPHOCYTES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 Cells: Cellular Immunity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Helper T Cells: Coordinate immune response and activate other immune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Cytotoxic T Cells: Directly kill infected or cancerous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Regulatory T Cells: Prevent overreaction and maintain immune balance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Key Role: Destroy pathogens that hide inside body cells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'T Cells: Cellular Immunity Specialists'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LYMPHOCYTES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B Cells: Antibody Production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Antibody Secretion: Produce specific proteins that neutralize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Memory B Cells: Remember past infections and respond faster on re-exposure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Plasma Cells: Factory cells that mass-produce antibodies during infection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Key Role: Humoral immunity - defending body fluids and bloodstream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'B Cells: Antibody Production Specialists'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Immune Response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Recognition: Immune cells identify and recognize foreign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Activation: T cells and B cells become active and multiply rapidly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Attack: Antibodies neutralize pathogens; T cells destroy infected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Resolution: Immune response winds down; memory cells remain for future threats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'The Immune Response Process'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IMMUNITY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Challenges to Immune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Immunodeficiency: Weakened immune system from disease or medication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Autoimmunity: Immune system mistakenly attacks body's own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Allergies: Overreaction to harmless substances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Pathogens Evolving: Viruses and bacteria mutate to evade immunity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'Challenges to Immune Function'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The immune system is a sophisticated multi-layered defense network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Innate immunity provides rapid response; adaptive immunity provides targeted, long-term protection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Understanding immune function is crucial for health, vaccines, and disease prevention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Supporting immune health through proper nutrition, sleep, and exercise is essential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'Key Takeaways'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SUMMARY &amp; DISCUSSION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4647895" cy="36576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Ready for Labs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Review loaded notebooks in your workspace. Test code inference endpoints, verify cross-region configurations, and execute agent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